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278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FEE24-4A46-4B9F-8E45-AF3A2BFB10A4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92D1-9F42-4B07-9BB6-88E1567FD6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FEE24-4A46-4B9F-8E45-AF3A2BFB10A4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92D1-9F42-4B07-9BB6-88E1567FD6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FEE24-4A46-4B9F-8E45-AF3A2BFB10A4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92D1-9F42-4B07-9BB6-88E1567FD6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FEE24-4A46-4B9F-8E45-AF3A2BFB10A4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92D1-9F42-4B07-9BB6-88E1567FD6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FEE24-4A46-4B9F-8E45-AF3A2BFB10A4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92D1-9F42-4B07-9BB6-88E1567FD6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FEE24-4A46-4B9F-8E45-AF3A2BFB10A4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92D1-9F42-4B07-9BB6-88E1567FD6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FEE24-4A46-4B9F-8E45-AF3A2BFB10A4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92D1-9F42-4B07-9BB6-88E1567FD6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FEE24-4A46-4B9F-8E45-AF3A2BFB10A4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92D1-9F42-4B07-9BB6-88E1567FD6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FEE24-4A46-4B9F-8E45-AF3A2BFB10A4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EEB192D1-9F42-4B07-9BB6-88E1567FD6A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FEE24-4A46-4B9F-8E45-AF3A2BFB10A4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92D1-9F42-4B07-9BB6-88E1567FD6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FEE24-4A46-4B9F-8E45-AF3A2BFB10A4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92D1-9F42-4B07-9BB6-88E1567FD6A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4FFEE24-4A46-4B9F-8E45-AF3A2BFB10A4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EB192D1-9F42-4B07-9BB6-88E1567FD6A7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6096000" cy="1390650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sz="4000" dirty="0" smtClean="0">
                <a:latin typeface="Arial Black" pitchFamily="34" charset="0"/>
              </a:rPr>
              <a:t>Ar Junior [ AI Model ]</a:t>
            </a:r>
            <a:endParaRPr lang="en-US" sz="4000" dirty="0">
              <a:latin typeface="Arial Black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>
          <a:xfrm flipV="1">
            <a:off x="3581400" y="4648200"/>
            <a:ext cx="45719" cy="76200"/>
          </a:xfrm>
        </p:spPr>
        <p:txBody>
          <a:bodyPr>
            <a:normAutofit fontScale="25000" lnSpcReduction="20000"/>
          </a:bodyPr>
          <a:lstStyle/>
          <a:p>
            <a:endParaRPr lang="en-US" sz="2800" b="1" dirty="0">
              <a:latin typeface="Arial Rounded MT Bold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sz="half" idx="1"/>
          </p:nvPr>
        </p:nvSpPr>
        <p:spPr>
          <a:xfrm>
            <a:off x="6172200" y="6019800"/>
            <a:ext cx="2514600" cy="609600"/>
          </a:xfrm>
        </p:spPr>
        <p:txBody>
          <a:bodyPr>
            <a:normAutofit fontScale="47500" lnSpcReduction="20000"/>
          </a:bodyPr>
          <a:lstStyle/>
          <a:p>
            <a:r>
              <a:rPr lang="en-US" dirty="0" smtClean="0"/>
              <a:t>Made by; Josheph Dangi</a:t>
            </a:r>
          </a:p>
          <a:p>
            <a:r>
              <a:rPr lang="en-US" dirty="0" smtClean="0"/>
              <a:t>Aadarsha Ghatane </a:t>
            </a:r>
          </a:p>
        </p:txBody>
      </p:sp>
      <p:pic>
        <p:nvPicPr>
          <p:cNvPr id="4" name="Picture 3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3124200"/>
            <a:ext cx="2933700" cy="198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Ar Junior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2400" y="1828800"/>
            <a:ext cx="8839200" cy="4495800"/>
          </a:xfrm>
        </p:spPr>
        <p:txBody>
          <a:bodyPr/>
          <a:lstStyle/>
          <a:p>
            <a:pPr>
              <a:buNone/>
            </a:pPr>
            <a:r>
              <a:rPr lang="en-US" b="1" dirty="0" smtClean="0">
                <a:latin typeface="Arial Rounded MT Bold" pitchFamily="34" charset="0"/>
              </a:rPr>
              <a:t>Ar junior </a:t>
            </a:r>
            <a:r>
              <a:rPr lang="en-US" dirty="0" smtClean="0">
                <a:latin typeface="Arial Rounded MT Bold" pitchFamily="34" charset="0"/>
              </a:rPr>
              <a:t>is Ai model Created using Python with</a:t>
            </a:r>
          </a:p>
          <a:p>
            <a:pPr>
              <a:buNone/>
            </a:pPr>
            <a:r>
              <a:rPr lang="en-US" dirty="0" smtClean="0">
                <a:latin typeface="Arial Rounded MT Bold" pitchFamily="34" charset="0"/>
              </a:rPr>
              <a:t>the help of groq api. It is a applications which gives </a:t>
            </a:r>
          </a:p>
          <a:p>
            <a:pPr>
              <a:buNone/>
            </a:pPr>
            <a:r>
              <a:rPr lang="en-US" dirty="0" smtClean="0">
                <a:latin typeface="Arial Rounded MT Bold" pitchFamily="34" charset="0"/>
              </a:rPr>
              <a:t>answer of questions given by the user. It is little</a:t>
            </a:r>
          </a:p>
          <a:p>
            <a:pPr>
              <a:buNone/>
            </a:pPr>
            <a:r>
              <a:rPr lang="en-US" dirty="0" smtClean="0">
                <a:latin typeface="Arial Rounded MT Bold" pitchFamily="34" charset="0"/>
              </a:rPr>
              <a:t>different from other Ai cause it reply’s the user </a:t>
            </a:r>
          </a:p>
          <a:p>
            <a:pPr>
              <a:buNone/>
            </a:pPr>
            <a:r>
              <a:rPr lang="en-US" dirty="0" smtClean="0">
                <a:latin typeface="Arial Rounded MT Bold" pitchFamily="34" charset="0"/>
              </a:rPr>
              <a:t>using Nepali language.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6" name="Picture 5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4419600"/>
            <a:ext cx="3314700" cy="2438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38200"/>
            <a:ext cx="7543800" cy="685800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Advantages of Ar Junior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Arial Rounded MT Bold" pitchFamily="34" charset="0"/>
              </a:rPr>
              <a:t>Easy to use.</a:t>
            </a:r>
          </a:p>
          <a:p>
            <a:r>
              <a:rPr lang="en-US" dirty="0" smtClean="0">
                <a:latin typeface="Arial Rounded MT Bold" pitchFamily="34" charset="0"/>
              </a:rPr>
              <a:t>Increase productivity.</a:t>
            </a:r>
          </a:p>
          <a:p>
            <a:r>
              <a:rPr lang="en-US" dirty="0" smtClean="0">
                <a:latin typeface="Arial Rounded MT Bold" pitchFamily="34" charset="0"/>
              </a:rPr>
              <a:t>Increase your Knowledge.</a:t>
            </a:r>
          </a:p>
          <a:p>
            <a:r>
              <a:rPr lang="en-US" dirty="0" smtClean="0">
                <a:latin typeface="Arial Rounded MT Bold" pitchFamily="34" charset="0"/>
              </a:rPr>
              <a:t>Get solution of problems.</a:t>
            </a:r>
          </a:p>
          <a:p>
            <a:r>
              <a:rPr lang="en-US" dirty="0" smtClean="0">
                <a:latin typeface="Arial Rounded MT Bold" pitchFamily="34" charset="0"/>
              </a:rPr>
              <a:t>Data analysis and insights.</a:t>
            </a:r>
          </a:p>
          <a:p>
            <a:r>
              <a:rPr lang="en-US" dirty="0" smtClean="0">
                <a:latin typeface="Arial Rounded MT Bold" pitchFamily="34" charset="0"/>
              </a:rPr>
              <a:t>Accessive learning for all</a:t>
            </a:r>
            <a:r>
              <a:rPr lang="en-US" dirty="0" smtClean="0"/>
              <a:t>. </a:t>
            </a:r>
          </a:p>
          <a:p>
            <a:endParaRPr lang="en-US" dirty="0"/>
          </a:p>
        </p:txBody>
      </p:sp>
      <p:pic>
        <p:nvPicPr>
          <p:cNvPr id="5" name="Picture 4" descr="downloa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5105400"/>
            <a:ext cx="1752600" cy="144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7010400" cy="819912"/>
          </a:xfrm>
        </p:spPr>
        <p:txBody>
          <a:bodyPr/>
          <a:lstStyle/>
          <a:p>
            <a:r>
              <a:rPr lang="en-US" dirty="0" smtClean="0"/>
              <a:t>How to use Ar Junior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458200" cy="4724400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latin typeface="Arial Rounded MT Bold" pitchFamily="34" charset="0"/>
              </a:rPr>
              <a:t>AR Junior is available for Pc and Laptop it is not </a:t>
            </a:r>
          </a:p>
          <a:p>
            <a:pPr>
              <a:buNone/>
            </a:pPr>
            <a:r>
              <a:rPr lang="en-US" dirty="0" smtClean="0">
                <a:latin typeface="Arial Rounded MT Bold" pitchFamily="34" charset="0"/>
              </a:rPr>
              <a:t>Available for smart phones.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 Rounded MT Bold" pitchFamily="34" charset="0"/>
              </a:rPr>
              <a:t>First, search github in chrome.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 Rounded MT Bold" pitchFamily="34" charset="0"/>
              </a:rPr>
              <a:t>Download AR Junior file from github.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 Rounded MT Bold" pitchFamily="34" charset="0"/>
              </a:rPr>
              <a:t>Than install it in your pc.</a:t>
            </a:r>
          </a:p>
          <a:p>
            <a:pPr>
              <a:buNone/>
            </a:pPr>
            <a:r>
              <a:rPr lang="en-US" dirty="0" smtClean="0">
                <a:latin typeface="Arial Rounded MT Bold" pitchFamily="34" charset="0"/>
              </a:rPr>
              <a:t>It is ready to use it.</a:t>
            </a:r>
          </a:p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 descr="download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00" y="4495800"/>
            <a:ext cx="2819400" cy="2057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73152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Home page of AR Junior</a:t>
            </a:r>
            <a:endParaRPr lang="en-US" dirty="0"/>
          </a:p>
        </p:txBody>
      </p:sp>
      <p:pic>
        <p:nvPicPr>
          <p:cNvPr id="4" name="Content Placeholder 3" descr="Screenshot (337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7169" y="1828801"/>
            <a:ext cx="7961312" cy="44958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</TotalTime>
  <Words>146</Words>
  <Application>Microsoft Office PowerPoint</Application>
  <PresentationFormat>On-screen Show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Flow</vt:lpstr>
      <vt:lpstr> Ar Junior [ AI Model ]</vt:lpstr>
      <vt:lpstr>Ar Junior</vt:lpstr>
      <vt:lpstr>Advantages of Ar Junior</vt:lpstr>
      <vt:lpstr>How to use Ar Junior</vt:lpstr>
      <vt:lpstr>Home page of AR Junior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LENOVO</dc:creator>
  <cp:lastModifiedBy>LENOVO</cp:lastModifiedBy>
  <cp:revision>25</cp:revision>
  <dcterms:created xsi:type="dcterms:W3CDTF">2026-02-05T12:41:19Z</dcterms:created>
  <dcterms:modified xsi:type="dcterms:W3CDTF">2026-02-05T16:43:42Z</dcterms:modified>
</cp:coreProperties>
</file>